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Slab"/>
      <p:regular r:id="rId23"/>
      <p:bold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Slab-bold.fntdata"/><Relationship Id="rId23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4036de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4036de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94036de7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94036de7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4036de7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4036de7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1e62647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51e62647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51e626474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51e626474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1e626474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51e626474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1e626474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1e626474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1e626474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51e626474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1e626474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51e626474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1e626474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51e626474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1e626474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1e626474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1e626474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51e626474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94036de7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94036de7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1e626474_2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51e62647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1e626474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51e626474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800cc766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800cc76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00cc766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800cc76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hyperlink" Target="https://developer.mozilla.org/en-US/docs/Learn_web_development/Extensions/Server-side/Express_Nodejs" TargetMode="External"/><Relationship Id="rId5" Type="http://schemas.openxmlformats.org/officeDocument/2006/relationships/hyperlink" Target="https://www.w3schools.com/nodejs/nodejs_express.asp" TargetMode="External"/><Relationship Id="rId6" Type="http://schemas.openxmlformats.org/officeDocument/2006/relationships/hyperlink" Target="https://expressjs.com/en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8876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247500" y="2017650"/>
            <a:ext cx="47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5" name="Google Shape;65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14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90272" y="2145213"/>
              <a:ext cx="4593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</a:rPr>
                <a:t>CRUD Operations using MVC </a:t>
              </a:r>
              <a:endParaRPr b="1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Pratik Raj Verma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69" name="Google Shape;6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125" y="3941879"/>
            <a:ext cx="548701" cy="3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96925" y="3941876"/>
            <a:ext cx="379415" cy="3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 title="Programming-bro.png"/>
          <p:cNvPicPr preferRelativeResize="0"/>
          <p:nvPr/>
        </p:nvPicPr>
        <p:blipFill rotWithShape="1">
          <a:blip r:embed="rId9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755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CRUD Operation using MVC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Exporting Controllers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CRUD Operations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497325" y="875500"/>
            <a:ext cx="3000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CRUD stands for: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 → Create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 → Read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 → Update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 → Delete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497325" y="2251750"/>
            <a:ext cx="3374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Real-World Analogy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Imagine a notebook containing student records.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Create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—</a:t>
            </a:r>
            <a:r>
              <a:rPr lang="en" sz="1100">
                <a:solidFill>
                  <a:schemeClr val="dk1"/>
                </a:solidFill>
              </a:rPr>
              <a:t>Write a new student's details in the notebook.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Read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—</a:t>
            </a:r>
            <a:r>
              <a:rPr lang="en" sz="1100">
                <a:solidFill>
                  <a:schemeClr val="dk1"/>
                </a:solidFill>
              </a:rPr>
              <a:t>Open the notebook and view student details.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Update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—</a:t>
            </a:r>
            <a:r>
              <a:rPr lang="en" sz="1100">
                <a:solidFill>
                  <a:schemeClr val="dk1"/>
                </a:solidFill>
              </a:rPr>
              <a:t>Correct or change a student's information.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Delete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—</a:t>
            </a:r>
            <a:r>
              <a:rPr lang="en" sz="1100">
                <a:solidFill>
                  <a:schemeClr val="dk1"/>
                </a:solidFill>
              </a:rPr>
              <a:t>Erase a student's details from the notebook.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9" name="Google Shape;89;p15" title="Man thinking-ami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5175" y="1716001"/>
            <a:ext cx="3287550" cy="264477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CREATE Operation 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" name="Google Shape;95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460200" y="3035000"/>
            <a:ext cx="4006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Currently, we are not using a real database.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So, we will use an </a:t>
            </a:r>
            <a:r>
              <a:rPr b="1" lang="en" sz="1100">
                <a:solidFill>
                  <a:schemeClr val="dk1"/>
                </a:solidFill>
              </a:rPr>
              <a:t>array as a temporary database</a:t>
            </a:r>
            <a:r>
              <a:rPr lang="en" sz="1100">
                <a:solidFill>
                  <a:schemeClr val="dk1"/>
                </a:solidFill>
              </a:rPr>
              <a:t> to understand CRUD operations.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Later, when we learn </a:t>
            </a:r>
            <a:r>
              <a:rPr b="1" lang="en" sz="1100">
                <a:solidFill>
                  <a:schemeClr val="dk1"/>
                </a:solidFill>
              </a:rPr>
              <a:t>MongoDB</a:t>
            </a:r>
            <a:r>
              <a:rPr lang="en" sz="1100">
                <a:solidFill>
                  <a:schemeClr val="dk1"/>
                </a:solidFill>
              </a:rPr>
              <a:t> we will store it in the MongoDB database.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Array → Temporary Storage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MongoDB → Permanent Storage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200" y="1424850"/>
            <a:ext cx="31718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4917800" y="1783900"/>
            <a:ext cx="3000000" cy="64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array will be used for all CRUD operations.</a:t>
            </a:r>
            <a:endParaRPr/>
          </a:p>
        </p:txBody>
      </p:sp>
      <p:cxnSp>
        <p:nvCxnSpPr>
          <p:cNvPr id="100" name="Google Shape;100;p16"/>
          <p:cNvCxnSpPr>
            <a:stCxn id="99" idx="1"/>
          </p:cNvCxnSpPr>
          <p:nvPr/>
        </p:nvCxnSpPr>
        <p:spPr>
          <a:xfrm rot="10800000">
            <a:off x="2257100" y="1887700"/>
            <a:ext cx="2660700" cy="2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6"/>
          <p:cNvSpPr txBox="1"/>
          <p:nvPr/>
        </p:nvSpPr>
        <p:spPr>
          <a:xfrm>
            <a:off x="460188" y="930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Student Data 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CREATE Operation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65100" y="902850"/>
            <a:ext cx="42132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Create operation is used to add new data into the application.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Add a new student.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5472450" y="3006225"/>
            <a:ext cx="3000000" cy="112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Logic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Receive data using req.body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 student using push()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Send success response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00" y="2301150"/>
            <a:ext cx="3695192" cy="25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Read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Operation  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494400" y="868675"/>
            <a:ext cx="42132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Read operation is used to retrieve data from the application.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Get all students.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5472450" y="3006225"/>
            <a:ext cx="3000000" cy="112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Logic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Fetch all students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Return complete array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Send response to frontend</a:t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00" y="2161950"/>
            <a:ext cx="38957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Read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Operation  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494400" y="868675"/>
            <a:ext cx="4213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READ Single Student by Index or id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Get single students.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782600" y="3730513"/>
            <a:ext cx="3000000" cy="93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Logic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req.params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find()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050" y="1922250"/>
            <a:ext cx="2712875" cy="307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4707600" y="1189200"/>
            <a:ext cx="3000000" cy="6258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Route for Single Student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app.get("/students/:id", getStudentById)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133" name="Google Shape;133;p19"/>
          <p:cNvCxnSpPr/>
          <p:nvPr/>
        </p:nvCxnSpPr>
        <p:spPr>
          <a:xfrm flipH="1">
            <a:off x="2934275" y="1709950"/>
            <a:ext cx="3098400" cy="745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UPDATE Operation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494400" y="868675"/>
            <a:ext cx="4213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Update </a:t>
            </a:r>
            <a:r>
              <a:rPr lang="en" sz="1200">
                <a:solidFill>
                  <a:schemeClr val="dk1"/>
                </a:solidFill>
              </a:rPr>
              <a:t>Single Student by Index or id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4782600" y="2845000"/>
            <a:ext cx="3000000" cy="190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Logic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 student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req.params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req.body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find()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if condition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Update values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Return updated student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825" y="2016800"/>
            <a:ext cx="2920921" cy="26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DELETE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Operation  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" name="Google Shape;149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494400" y="752400"/>
            <a:ext cx="421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Delete operation removes data from the application.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Delete student by ID.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4782600" y="3535825"/>
            <a:ext cx="3000000" cy="1476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Logic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 position using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findIndex()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Delete using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splice()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Return deleted student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00" y="1647375"/>
            <a:ext cx="3722025" cy="332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SEARCH Operation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9" name="Google Shape;159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494400" y="868675"/>
            <a:ext cx="4213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Search </a:t>
            </a:r>
            <a:r>
              <a:rPr lang="en" sz="1200">
                <a:solidFill>
                  <a:schemeClr val="dk1"/>
                </a:solidFill>
              </a:rPr>
              <a:t>Student by name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4782600" y="3412700"/>
            <a:ext cx="3000000" cy="1476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Logic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Take name by query name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 student by this name using find()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 Return resulted student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00" y="1740775"/>
            <a:ext cx="3145831" cy="309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4782600" y="1265350"/>
            <a:ext cx="3000000" cy="400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/search?name=rahul</a:t>
            </a:r>
            <a:endParaRPr/>
          </a:p>
        </p:txBody>
      </p:sp>
      <p:cxnSp>
        <p:nvCxnSpPr>
          <p:cNvPr id="165" name="Google Shape;165;p22"/>
          <p:cNvCxnSpPr/>
          <p:nvPr/>
        </p:nvCxnSpPr>
        <p:spPr>
          <a:xfrm flipH="1">
            <a:off x="2824775" y="1559475"/>
            <a:ext cx="2968500" cy="697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FILTER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Operation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1" name="Google Shape;171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494400" y="868675"/>
            <a:ext cx="4213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Purpose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filter</a:t>
            </a:r>
            <a:r>
              <a:rPr lang="en" sz="1200">
                <a:solidFill>
                  <a:schemeClr val="dk1"/>
                </a:solidFill>
              </a:rPr>
              <a:t> Students by condition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5527150" y="3029700"/>
            <a:ext cx="3000000" cy="1281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Logic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Returns all students whose age is greater than 21.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00" y="1823500"/>
            <a:ext cx="4619275" cy="28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5357150" y="1085425"/>
            <a:ext cx="3000000" cy="400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/filter?age=25</a:t>
            </a:r>
            <a:endParaRPr/>
          </a:p>
        </p:txBody>
      </p:sp>
      <p:cxnSp>
        <p:nvCxnSpPr>
          <p:cNvPr id="177" name="Google Shape;177;p23"/>
          <p:cNvCxnSpPr/>
          <p:nvPr/>
        </p:nvCxnSpPr>
        <p:spPr>
          <a:xfrm flipH="1">
            <a:off x="3707250" y="1395300"/>
            <a:ext cx="2304900" cy="107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Exporting Controllers 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3" name="Google Shape;183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465100" y="909675"/>
            <a:ext cx="424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After creating controller functions, we need to </a:t>
            </a:r>
            <a:r>
              <a:rPr b="1" lang="en" sz="1100">
                <a:solidFill>
                  <a:schemeClr val="dk1"/>
                </a:solidFill>
              </a:rPr>
              <a:t>export them</a:t>
            </a:r>
            <a:r>
              <a:rPr lang="en" sz="1100">
                <a:solidFill>
                  <a:schemeClr val="dk1"/>
                </a:solidFill>
              </a:rPr>
              <a:t> so they can be used in other files, such as the routes file </a:t>
            </a:r>
            <a:endParaRPr sz="1100"/>
          </a:p>
        </p:txBody>
      </p:sp>
      <p:sp>
        <p:nvSpPr>
          <p:cNvPr id="186" name="Google Shape;186;p24"/>
          <p:cNvSpPr txBox="1"/>
          <p:nvPr/>
        </p:nvSpPr>
        <p:spPr>
          <a:xfrm>
            <a:off x="465100" y="1645525"/>
            <a:ext cx="428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Exporting controllers makes controller functions available to other files, allowing routes to use them while keeping the project organized and following the MVC architecture </a:t>
            </a:r>
            <a:endParaRPr sz="1100"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125" y="2742000"/>
            <a:ext cx="228600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operation is used to add a new student into the application?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Read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Update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Delete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Create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2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Create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9" name="Google Shape;199;p25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00" name="Google Shape;200;p2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25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The Create operation is used to insert new data into the application.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7" name="Google Shape;207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will happen if the requested student ID does not exist during the Update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operation?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Student will be created automatically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Server will crash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"Student Not Found" response will be returned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Student will be deleted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"Student Not Found" response will be returned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3" name="Google Shape;213;p26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14" name="Google Shape;214;p2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26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Before updating, the controller checks whether the student exists.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1" name="Google Shape;221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method is used to remove a student from the array in the Delete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operation?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A. push()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B. find()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C. splice()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D. map()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4" name="Google Shape;224;p2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C. splice()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7" name="Google Shape;227;p27"/>
          <p:cNvGrpSpPr/>
          <p:nvPr/>
        </p:nvGrpSpPr>
        <p:grpSpPr>
          <a:xfrm>
            <a:off x="310900" y="3959263"/>
            <a:ext cx="6005825" cy="400200"/>
            <a:chOff x="310900" y="3959263"/>
            <a:chExt cx="6005825" cy="400200"/>
          </a:xfrm>
        </p:grpSpPr>
        <p:sp>
          <p:nvSpPr>
            <p:cNvPr id="228" name="Google Shape;228;p2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29" name="Google Shape;229;p27"/>
            <p:cNvSpPr txBox="1"/>
            <p:nvPr/>
          </p:nvSpPr>
          <p:spPr>
            <a:xfrm>
              <a:off x="1607925" y="3959275"/>
              <a:ext cx="4708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splice()</a:t>
              </a:r>
              <a:r>
                <a:rPr lang="en" sz="1100">
                  <a:solidFill>
                    <a:schemeClr val="dk1"/>
                  </a:solidFill>
                </a:rPr>
                <a:t> removes an element from the array using its index. </a:t>
              </a:r>
              <a:endParaRPr b="1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5" name="Google Shape;235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Express Js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https://developer.mozilla.org/en-US/docs/Learn_web_development/Extensions/Server-side/Express_Nodejs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express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https://www.w3schools.com/nodejs/nodejs_express.asp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Express Official-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covers core Express JS concepts in depth.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https://expressjs.com/en/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9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88813" y="386013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43" name="Google Shape;243;p29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/>
        </p:nvSpPr>
        <p:spPr>
          <a:xfrm>
            <a:off x="4281700" y="2020825"/>
            <a:ext cx="47619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45" name="Google Shape;245;p29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46" name="Google Shape;246;p29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47" name="Google Shape;247;p29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29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49" name="Google Shape;249;p29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9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2" name="Google Shape;252;p29" title="Programming-bro.png"/>
          <p:cNvPicPr preferRelativeResize="0"/>
          <p:nvPr/>
        </p:nvPicPr>
        <p:blipFill rotWithShape="1">
          <a:blip r:embed="rId7">
            <a:alphaModFix/>
          </a:blip>
          <a:srcRect b="0" l="7673" r="9194" t="12034"/>
          <a:stretch/>
        </p:blipFill>
        <p:spPr>
          <a:xfrm>
            <a:off x="5235463" y="2773850"/>
            <a:ext cx="2892375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